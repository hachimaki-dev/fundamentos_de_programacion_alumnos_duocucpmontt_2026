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4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F852-75DA-44BE-91A2-466A85D3F7DD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3784-0670-4EFD-85BD-A57D355EA9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662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F852-75DA-44BE-91A2-466A85D3F7DD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3784-0670-4EFD-85BD-A57D355EA9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546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F852-75DA-44BE-91A2-466A85D3F7DD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3784-0670-4EFD-85BD-A57D355EA9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2716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F852-75DA-44BE-91A2-466A85D3F7DD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3784-0670-4EFD-85BD-A57D355EA9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6602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F852-75DA-44BE-91A2-466A85D3F7DD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3784-0670-4EFD-85BD-A57D355EA9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1627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F852-75DA-44BE-91A2-466A85D3F7DD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3784-0670-4EFD-85BD-A57D355EA9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8591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F852-75DA-44BE-91A2-466A85D3F7DD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3784-0670-4EFD-85BD-A57D355EA9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773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F852-75DA-44BE-91A2-466A85D3F7DD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3784-0670-4EFD-85BD-A57D355EA9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2306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F852-75DA-44BE-91A2-466A85D3F7DD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3784-0670-4EFD-85BD-A57D355EA9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7271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F852-75DA-44BE-91A2-466A85D3F7DD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3784-0670-4EFD-85BD-A57D355EA9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50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F852-75DA-44BE-91A2-466A85D3F7DD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3784-0670-4EFD-85BD-A57D355EA9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3580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A84F852-75DA-44BE-91A2-466A85D3F7DD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2593784-0670-4EFD-85BD-A57D355EA9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82889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E9775-351A-7B14-7A5E-64B0603D0C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Fundamentos de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8AE391-48AB-38CD-AACC-0C8254802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0529" y="4403031"/>
            <a:ext cx="8150942" cy="1655762"/>
          </a:xfrm>
        </p:spPr>
        <p:txBody>
          <a:bodyPr>
            <a:normAutofit/>
          </a:bodyPr>
          <a:lstStyle/>
          <a:p>
            <a:r>
              <a:rPr lang="es-C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Integrantes = [“Mauricio Carcamo”, “Gustavo Araneda”, “Vicente Hernández”]</a:t>
            </a:r>
          </a:p>
          <a:p>
            <a:r>
              <a:rPr lang="es-C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Fecha = None</a:t>
            </a:r>
          </a:p>
          <a:p>
            <a:r>
              <a:rPr lang="es-C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Asignatura = “Fundamentos de Programación” </a:t>
            </a:r>
          </a:p>
        </p:txBody>
      </p:sp>
    </p:spTree>
    <p:extLst>
      <p:ext uri="{BB962C8B-B14F-4D97-AF65-F5344CB8AC3E}">
        <p14:creationId xmlns:p14="http://schemas.microsoft.com/office/powerpoint/2010/main" val="1501577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EA483-2335-9DC7-D11A-3D060A90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Registro de Astronautas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923BF3-EED6-AEE8-A5C1-3EAB85D32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 este programa, se mencionan ciertos requisitos a cumplir, tales como:</a:t>
            </a:r>
          </a:p>
          <a:p>
            <a:pPr>
              <a:buFontTx/>
              <a:buChar char="-"/>
            </a:pPr>
            <a:r>
              <a:rPr lang="es-C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Preguntar cuantos astronautas se van a registrar (debe ser un entero mayor a 0)</a:t>
            </a:r>
          </a:p>
          <a:p>
            <a:pPr>
              <a:buFontTx/>
              <a:buChar char="-"/>
            </a:pPr>
            <a:r>
              <a:rPr lang="es-C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Para cada astronauta, pedir su nombre (no vacío) y su puntaje de aptitud (entero entre 1 y 100)</a:t>
            </a:r>
          </a:p>
          <a:p>
            <a:pPr>
              <a:buFontTx/>
              <a:buChar char="-"/>
            </a:pPr>
            <a:r>
              <a:rPr lang="es-C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Si el puntaje es mayor o igual a 80, se clasifica como “Apto para la misión”. Si es menor a 80, se debe clasificar como “En entrenamiento”</a:t>
            </a:r>
          </a:p>
          <a:p>
            <a:pPr>
              <a:buFontTx/>
              <a:buChar char="-"/>
            </a:pPr>
            <a:r>
              <a:rPr lang="es-C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 finalizar, mostrar cuantos quedaron “Aptos para la misión” y cuantos “En entrenamiento”</a:t>
            </a:r>
          </a:p>
          <a:p>
            <a:pPr>
              <a:buFontTx/>
              <a:buChar char="-"/>
            </a:pPr>
            <a:r>
              <a:rPr lang="es-C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También mostrar el promedio general de puntajes redondeado a 2 decimales</a:t>
            </a:r>
          </a:p>
        </p:txBody>
      </p:sp>
    </p:spTree>
    <p:extLst>
      <p:ext uri="{BB962C8B-B14F-4D97-AF65-F5344CB8AC3E}">
        <p14:creationId xmlns:p14="http://schemas.microsoft.com/office/powerpoint/2010/main" val="652366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03744-8634-0D28-CD82-99028553F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Depuración del programa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A21B8A-C9E5-774C-4F2A-0A04ADE4D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Mediante el análisis de cada línea del código, podemos obtener distintos errores que afectan al funcionamiento, tales como:</a:t>
            </a:r>
          </a:p>
          <a:p>
            <a:pPr marL="0" indent="0" algn="ctr">
              <a:buNone/>
            </a:pPr>
            <a:endParaRPr lang="es-CL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ctr">
              <a:buNone/>
            </a:pPr>
            <a:r>
              <a:rPr lang="es-CL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Line 37: </a:t>
            </a:r>
            <a:r>
              <a:rPr lang="es-CL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s-CL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puntaje &gt; 80:</a:t>
            </a:r>
          </a:p>
          <a:p>
            <a:pPr marL="0" indent="0">
              <a:buNone/>
            </a:pPr>
            <a:endParaRPr lang="es-CL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s-C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 este caso, el programa solicita que la condición sea que el puntaje sea mayor o igual, lo cual en esta línea planteada no se cumple, siendo así la línea adecuada la siguiente:</a:t>
            </a:r>
          </a:p>
          <a:p>
            <a:pPr marL="0" indent="0">
              <a:buNone/>
            </a:pPr>
            <a:endParaRPr lang="es-CL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ctr">
              <a:buNone/>
            </a:pPr>
            <a:r>
              <a:rPr lang="es-CL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Line 37: </a:t>
            </a:r>
            <a:r>
              <a:rPr lang="es-CL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s-CL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puntaje &gt;= 80:</a:t>
            </a:r>
          </a:p>
        </p:txBody>
      </p:sp>
    </p:spTree>
    <p:extLst>
      <p:ext uri="{BB962C8B-B14F-4D97-AF65-F5344CB8AC3E}">
        <p14:creationId xmlns:p14="http://schemas.microsoft.com/office/powerpoint/2010/main" val="3176581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F38E3-45E6-61CF-ADBF-2FBC0B305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7BAB2-2BCD-83DE-4D6A-D484C3038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Depuración del programa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683249-E1B2-BEB3-46A0-D0507140F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665"/>
            <a:ext cx="10515600" cy="49492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Segundo bug: Este bug afecta principalmente el caso en el que NO hayan astronautas aptos, siendo esta línea la responsable de tal fallo.</a:t>
            </a:r>
          </a:p>
          <a:p>
            <a:pPr marL="0" indent="0" algn="ctr">
              <a:buNone/>
            </a:pPr>
            <a:endParaRPr lang="es-CL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ctr">
              <a:buNone/>
            </a:pPr>
            <a:r>
              <a:rPr lang="es-CL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Line 44: promedio = </a:t>
            </a:r>
            <a:r>
              <a:rPr lang="es-CL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suma_puntajes</a:t>
            </a:r>
            <a:r>
              <a:rPr lang="es-CL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/ aptos</a:t>
            </a:r>
          </a:p>
          <a:p>
            <a:pPr marL="0" indent="0" algn="ctr">
              <a:buNone/>
            </a:pPr>
            <a:endParaRPr lang="es-CL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s-C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Esta línea, al no registrar candidatos aptos en el sistema, la variable “aptos” tendrá el valor de 0, siendo así generando una división entre 0 que colapsará el programa.</a:t>
            </a:r>
          </a:p>
          <a:p>
            <a:pPr marL="0" indent="0">
              <a:buNone/>
            </a:pPr>
            <a:r>
              <a:rPr lang="es-C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 optimo para evitar esto sería realizar lo que se le conoce como un “Try-</a:t>
            </a:r>
            <a:r>
              <a:rPr lang="es-CL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except</a:t>
            </a:r>
            <a:r>
              <a:rPr lang="es-C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”, concepto que se usa para referirse a un bloque de control de errores.</a:t>
            </a:r>
          </a:p>
          <a:p>
            <a:pPr marL="0" indent="0">
              <a:buNone/>
            </a:pPr>
            <a:endParaRPr lang="es-CL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s-CL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try:</a:t>
            </a:r>
          </a:p>
          <a:p>
            <a:pPr marL="0" indent="0">
              <a:buNone/>
            </a:pPr>
            <a:r>
              <a:rPr lang="es-CL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promedio = </a:t>
            </a:r>
            <a:r>
              <a:rPr lang="es-CL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suma_puntajes</a:t>
            </a:r>
            <a:r>
              <a:rPr lang="es-CL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/ aptos</a:t>
            </a:r>
          </a:p>
          <a:p>
            <a:pPr marL="0" indent="0">
              <a:buNone/>
            </a:pPr>
            <a:r>
              <a:rPr lang="es-CL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except</a:t>
            </a:r>
            <a:r>
              <a:rPr lang="es-CL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CL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ZeroDivision</a:t>
            </a:r>
            <a:r>
              <a:rPr lang="es-CL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s-CL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promedio = “No hay suficientes astronautas aptos para la misión.”</a:t>
            </a:r>
            <a:endParaRPr lang="es-CL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s-C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 este modo, estaríamos anulando aquel fallo diciendo que simplemente no hay suficientes astronautas como para sacar un promedio</a:t>
            </a:r>
          </a:p>
        </p:txBody>
      </p:sp>
    </p:spTree>
    <p:extLst>
      <p:ext uri="{BB962C8B-B14F-4D97-AF65-F5344CB8AC3E}">
        <p14:creationId xmlns:p14="http://schemas.microsoft.com/office/powerpoint/2010/main" val="2235422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039DA-0F99-73AB-90E8-097846E5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B2E51-438B-8F4C-C16E-DBB0BF44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Depuración del programa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95AB31-ADC9-BA0D-BBCA-E4D6B509E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Tercer bug: Este bug consiste en que no está cumpliendo uno de los requisitos solicitados a seguir, que es que el promedio no es redondeado a 2 decimales, ya que no existe ninguna función o bloque de código que cumpla ese redondeo. Por ende, vamos a crear ese bloque de código con el siguiente razonamiento.</a:t>
            </a:r>
          </a:p>
          <a:p>
            <a:pPr marL="0" indent="0">
              <a:buNone/>
            </a:pPr>
            <a:endParaRPr lang="es-CL" sz="1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s-CL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s-CL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promedio == </a:t>
            </a:r>
            <a:r>
              <a:rPr lang="es-CL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float</a:t>
            </a:r>
            <a:endParaRPr lang="es-CL" sz="1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s-CL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promedio == </a:t>
            </a:r>
          </a:p>
        </p:txBody>
      </p:sp>
    </p:spTree>
    <p:extLst>
      <p:ext uri="{BB962C8B-B14F-4D97-AF65-F5344CB8AC3E}">
        <p14:creationId xmlns:p14="http://schemas.microsoft.com/office/powerpoint/2010/main" val="3010170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C7235-4FAE-084B-7783-78FD3601C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4F10B-8626-44E3-C1D2-956BDB2CF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s-C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BE2BCE-F9BF-F37C-BC8B-E85F008F2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CL" sz="1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46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25841-B255-F661-C6CB-B5232BAD9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B6AC3-948A-3904-CF6C-1800B5618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s-C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AE0077-66B5-33A9-F344-31F85B492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CL" sz="1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734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2453D-310B-1559-CDB4-57D9BC16B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9C81A-9B5A-4C6B-BA46-7C5334B1A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s-C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EB4B37-9206-2AD5-E02E-C6FE25CF9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CL" sz="1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558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F7F1D-F354-355C-289A-B7C00BA8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C7668-30EE-1084-D264-08ECF3D90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s-C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451704-EC83-AE61-C452-CD6ABA252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CL" sz="1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354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04425-0B5C-6B2F-01CC-2DCEC1C3E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EF656-505C-2EFD-C542-3326C7F3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s-C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9435B5-0DD8-6301-D71D-5075AFC5E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CL" sz="1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680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</TotalTime>
  <Words>444</Words>
  <Application>Microsoft Office PowerPoint</Application>
  <PresentationFormat>Panorámica</PresentationFormat>
  <Paragraphs>37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Cascadia Code</vt:lpstr>
      <vt:lpstr>Office Theme</vt:lpstr>
      <vt:lpstr>Fundamentos de programación</vt:lpstr>
      <vt:lpstr>Registro de Astronautas</vt:lpstr>
      <vt:lpstr>Depuración del programa</vt:lpstr>
      <vt:lpstr>Depuración del programa</vt:lpstr>
      <vt:lpstr>Depuración del programa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Araneda</dc:creator>
  <cp:lastModifiedBy>Gustavo Araneda</cp:lastModifiedBy>
  <cp:revision>5</cp:revision>
  <dcterms:created xsi:type="dcterms:W3CDTF">2026-06-05T12:37:07Z</dcterms:created>
  <dcterms:modified xsi:type="dcterms:W3CDTF">2026-06-09T00:37:03Z</dcterms:modified>
</cp:coreProperties>
</file>