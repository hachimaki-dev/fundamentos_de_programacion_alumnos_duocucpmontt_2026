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3B531-F77B-D967-AF3D-A3F0CF42F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12EBB2-ADD1-4C2E-2515-62A643CD2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DA99EB-62B0-4CD4-B68E-64C33F89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E051E4-F1F9-D0BE-1738-16FCFC7B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FAA8EF-63A7-0C4F-0AFB-D598343D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55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30518-2617-39AC-1270-0ECD46B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B4C3F5-7C83-2385-6F82-815C72073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133FB5-94CE-51FA-3732-96BAC8CC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E5F88C-2AB3-15DF-FB44-5B07E928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0DA5F7-82BF-10F3-2D9F-061E02D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444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30A81-3634-6383-E41D-DDDD51602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E9A4C3-EFD4-6617-F27B-E1799C057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086543-827B-765C-C924-507BFCF3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7D9DD-4859-838D-6DB1-EE901848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4C6FC4-7E07-9439-CBB5-D9DFFB5A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74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606A9-0C16-7962-ACC1-FD04F1A4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EFA7B6-B5D8-D3C7-AE88-6D2637166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96C7D4-26C8-1C55-2D00-ED045642A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E6EB83-85C9-378E-98DF-F03D9D495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8F3B36-A217-F271-A4B4-9AB508C1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00ECA6-AB1A-01F6-632D-5CFD370E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949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4DE3E-EAAF-2E85-E63F-35D5EBFF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F9D2D0-BFA0-9866-EB3E-A2F9A6999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42DCA6-10E1-5DBA-C154-F4DDDE008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0D4365-4338-9390-418B-F57131E42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9B1C95-87AC-E594-ED80-B46CCB879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ED1011D-EDAF-84E7-79B2-1914EF81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010496-AD98-D008-31C4-5C6304AD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B1F22C-3424-0F43-4ECB-2C71145F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738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DFBCB-D624-7AC2-CCB6-8D76DE2A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2FED3F-1D5D-6BB2-351F-E90A2C2C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A725FF-5ABE-DDC2-3189-AA1AA483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0BE3CB-01DA-43EF-B92A-B6AAFF68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631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AFEF1E-1DD8-EFDD-E417-74229C33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821D906-4661-960D-5DA1-0EA00362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4CECB7-E0EC-BA25-CBBE-0C15F47A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569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D21BD-DC37-1CAA-701B-99F05EB7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0EA668-AC15-F37C-1BEF-1253C7129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E5A5AA-1DA4-5195-F99C-14241334D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930D65-F9DF-EBB6-BD17-E5B7D935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BCA75-A5D9-BFA1-3B0D-7254913B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DE56BF-41BA-FCB0-ADBF-52B7AB32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624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06378-05D9-9128-D393-0B349A73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F1A7A3-339F-A329-9968-1A9AF0154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320DF0-6DEB-BCB8-2F7A-ED6749EDE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8FACBD-9D3F-FF1B-1273-F1E9EC6B0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539842-E359-CA74-090C-2A75335A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569E61-5015-DA95-259C-1FCF08B3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626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01B79-57B0-C44F-2F06-7B084549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86A3BB-ABA8-B22A-8B48-A46595679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47C0B-E0CE-4026-3F0B-D7B0087B7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AD1F8-FB88-D50A-258A-1BEFE075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C26478-17DF-ECC7-0A40-857DDB6D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380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759855-6191-25C4-2F1E-FA457156F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F1ECBF-4D7D-3491-44CF-82B1BF41C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3E139A-68BD-A578-F6CF-7BE2CA79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66B3BF-83ED-6278-A7E5-203B0E29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E129A-80B9-08C0-AF34-E77759A5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32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568962-65F0-3886-B24A-C778770C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BB4309-871C-F9BA-1604-6FEA3524D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6557AD-BDF7-9EB2-357D-B7C2BCF3C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CD101-980A-453C-9B43-17FC32F771D8}" type="datetimeFigureOut">
              <a:rPr lang="es-CL" smtClean="0"/>
              <a:t>14-06-2026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E1EF8E-F25D-84BE-D719-9CF995CA1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DC6EF5-61AD-2B01-4F90-67957ACD4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8E0D1-1A14-4D02-A09B-F4CE6164F94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259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clear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append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copy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count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extend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index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insert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pop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remove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reverse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list_sort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clear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copy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fromkeys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get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items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keys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pop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popitem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setdefault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update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dictionary_values.asp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3A58C-A8A6-F0F0-97AC-472B829AD1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Tarea Profe Carlos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4ACCD3-510E-9AC0-EB6C-E1496FB57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1678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7AFFE-6C0B-5EA5-1DDD-E725ECD1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8A6C7-B3AE-2A4A-8A50-1462300BA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lista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0D0221-5454-391A-F268-4B76E85BFE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1951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2F841-0206-1AFC-596A-3FBC04B1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clear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F78D1C-7F04-E480-53AD-D690F3643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</a:t>
            </a:r>
            <a:r>
              <a:rPr lang="es-CL" dirty="0" err="1"/>
              <a:t>clear</a:t>
            </a:r>
            <a:r>
              <a:rPr lang="es-CL" dirty="0"/>
              <a:t> </a:t>
            </a:r>
            <a:r>
              <a:rPr lang="es-CL" dirty="0" err="1"/>
              <a:t>remouve</a:t>
            </a:r>
            <a:r>
              <a:rPr lang="es-CL" dirty="0"/>
              <a:t> los elementos.</a:t>
            </a:r>
          </a:p>
          <a:p>
            <a:endParaRPr lang="es-CL" dirty="0"/>
          </a:p>
          <a:p>
            <a:r>
              <a:rPr lang="es-CL" dirty="0"/>
              <a:t>lista = [1, 2, 3,]</a:t>
            </a:r>
          </a:p>
          <a:p>
            <a:r>
              <a:rPr lang="es-CL" dirty="0" err="1"/>
              <a:t>lista.</a:t>
            </a:r>
            <a:r>
              <a:rPr lang="es-CL" i="1" dirty="0" err="1"/>
              <a:t>clear</a:t>
            </a:r>
            <a:r>
              <a:rPr lang="es-CL" dirty="0"/>
              <a:t>()</a:t>
            </a:r>
          </a:p>
          <a:p>
            <a:r>
              <a:rPr lang="es-CL" i="1" dirty="0" err="1"/>
              <a:t>print</a:t>
            </a:r>
            <a:r>
              <a:rPr lang="es-CL" dirty="0"/>
              <a:t>(lista)</a:t>
            </a:r>
          </a:p>
          <a:p>
            <a:r>
              <a:rPr lang="es-CL" dirty="0"/>
              <a:t># []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71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704FF-AE0F-2C35-3E17-C06CE702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append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0655C5-A497-4CF3-A548-1F5A2F700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L" dirty="0"/>
              <a:t>EL </a:t>
            </a:r>
            <a:r>
              <a:rPr lang="es-CL" dirty="0" err="1"/>
              <a:t>append</a:t>
            </a:r>
            <a:r>
              <a:rPr lang="es-CL" dirty="0"/>
              <a:t>() sirve para añadir un único elemento al final de una lista existente</a:t>
            </a:r>
          </a:p>
          <a:p>
            <a:r>
              <a:rPr lang="es-CL" dirty="0"/>
              <a:t>Ejemplo:</a:t>
            </a:r>
          </a:p>
          <a:p>
            <a:endParaRPr lang="es-CL" dirty="0"/>
          </a:p>
          <a:p>
            <a:r>
              <a:rPr lang="es-CL" dirty="0"/>
              <a:t>compras = ["manzanas", "leche", "pan"]</a:t>
            </a:r>
          </a:p>
          <a:p>
            <a:r>
              <a:rPr lang="es-CL" dirty="0" err="1"/>
              <a:t>compras.</a:t>
            </a:r>
            <a:r>
              <a:rPr lang="es-CL" i="1" dirty="0" err="1"/>
              <a:t>append</a:t>
            </a:r>
            <a:r>
              <a:rPr lang="es-CL" dirty="0"/>
              <a:t>("Peras")</a:t>
            </a:r>
          </a:p>
          <a:p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(compras)</a:t>
            </a:r>
          </a:p>
          <a:p>
            <a:r>
              <a:rPr lang="es-CL" dirty="0"/>
              <a:t>['manzanas', 'leche', 'pan', 'Peras']</a:t>
            </a:r>
          </a:p>
        </p:txBody>
      </p:sp>
    </p:spTree>
    <p:extLst>
      <p:ext uri="{BB962C8B-B14F-4D97-AF65-F5344CB8AC3E}">
        <p14:creationId xmlns:p14="http://schemas.microsoft.com/office/powerpoint/2010/main" val="3521751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21D77-8A0E-EB64-DEFF-01C7DFBB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copy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E2BBD-A8C9-8741-5DC1-CB07390DE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L" dirty="0"/>
              <a:t>Crea una nueva lista independiente a partir de una lista existente, permitiéndote modificar la nueva lista sin alterar la original. </a:t>
            </a:r>
          </a:p>
          <a:p>
            <a:r>
              <a:rPr lang="es-CL" dirty="0"/>
              <a:t> Ejemplo:</a:t>
            </a:r>
          </a:p>
          <a:p>
            <a:r>
              <a:rPr lang="es-CL" dirty="0"/>
              <a:t>original = [1, 2, 3]</a:t>
            </a:r>
          </a:p>
          <a:p>
            <a:r>
              <a:rPr lang="es-CL" dirty="0"/>
              <a:t>copia = </a:t>
            </a:r>
            <a:r>
              <a:rPr lang="es-CL" dirty="0" err="1"/>
              <a:t>original.</a:t>
            </a:r>
            <a:r>
              <a:rPr lang="es-CL" i="1" dirty="0" err="1"/>
              <a:t>copy</a:t>
            </a:r>
            <a:r>
              <a:rPr lang="es-CL" dirty="0"/>
              <a:t>()</a:t>
            </a:r>
          </a:p>
          <a:p>
            <a:r>
              <a:rPr lang="es-CL" dirty="0" err="1"/>
              <a:t>copia.</a:t>
            </a:r>
            <a:r>
              <a:rPr lang="es-CL" i="1" dirty="0" err="1"/>
              <a:t>append</a:t>
            </a:r>
            <a:r>
              <a:rPr lang="es-CL" dirty="0"/>
              <a:t>(4)</a:t>
            </a:r>
          </a:p>
          <a:p>
            <a:r>
              <a:rPr lang="es-CL" i="1" dirty="0" err="1"/>
              <a:t>print</a:t>
            </a:r>
            <a:r>
              <a:rPr lang="es-CL" dirty="0"/>
              <a:t>(original)  </a:t>
            </a:r>
          </a:p>
          <a:p>
            <a:r>
              <a:rPr lang="es-CL" i="1" dirty="0" err="1"/>
              <a:t>print</a:t>
            </a:r>
            <a:r>
              <a:rPr lang="es-CL" dirty="0"/>
              <a:t>(copia)   </a:t>
            </a:r>
          </a:p>
          <a:p>
            <a:r>
              <a:rPr lang="es-CL" dirty="0"/>
              <a:t># [1, 2, 3]</a:t>
            </a:r>
          </a:p>
          <a:p>
            <a:r>
              <a:rPr lang="es-CL" dirty="0"/>
              <a:t># [1, 2, 3, 4] 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860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8C0EB-6496-2586-D1E1-A1A19DFC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count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ADAC1-4A44-0F4B-E224-0588EDE1B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Devuelve el número de elementos con el valor especificado.</a:t>
            </a:r>
          </a:p>
          <a:p>
            <a:endParaRPr lang="es-CL" dirty="0"/>
          </a:p>
          <a:p>
            <a:r>
              <a:rPr lang="es-CL" dirty="0"/>
              <a:t>Ejemplo:</a:t>
            </a:r>
          </a:p>
          <a:p>
            <a:r>
              <a:rPr lang="es-CL" dirty="0" err="1"/>
              <a:t>numeros</a:t>
            </a:r>
            <a:r>
              <a:rPr lang="es-CL" dirty="0"/>
              <a:t> = [1, 2, 3, 4, 3, 3, 3, 5, 6, 6, 7]</a:t>
            </a:r>
          </a:p>
          <a:p>
            <a:r>
              <a:rPr lang="es-CL" dirty="0"/>
              <a:t>cantidad = </a:t>
            </a:r>
            <a:r>
              <a:rPr lang="es-CL" dirty="0" err="1"/>
              <a:t>numeros.</a:t>
            </a:r>
            <a:r>
              <a:rPr lang="es-CL" i="1" dirty="0" err="1"/>
              <a:t>count</a:t>
            </a:r>
            <a:r>
              <a:rPr lang="es-CL" dirty="0"/>
              <a:t>(3)</a:t>
            </a:r>
          </a:p>
          <a:p>
            <a:r>
              <a:rPr lang="es-CL" i="1" dirty="0" err="1"/>
              <a:t>print</a:t>
            </a:r>
            <a:r>
              <a:rPr lang="es-CL" dirty="0"/>
              <a:t>(cantidad)</a:t>
            </a:r>
          </a:p>
          <a:p>
            <a:r>
              <a:rPr lang="es-CL" dirty="0"/>
              <a:t>En este caso sale 4 veces el 3</a:t>
            </a:r>
          </a:p>
        </p:txBody>
      </p:sp>
    </p:spTree>
    <p:extLst>
      <p:ext uri="{BB962C8B-B14F-4D97-AF65-F5344CB8AC3E}">
        <p14:creationId xmlns:p14="http://schemas.microsoft.com/office/powerpoint/2010/main" val="353301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25072-2400-D483-E9B5-48AEA71E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extend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8A353-7B2F-2DF2-FAB0-D69CB054C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Agrega los elementos de una lista (o cualquier iterable) al final de la lista actual.</a:t>
            </a:r>
            <a:endParaRPr lang="es-CL" dirty="0"/>
          </a:p>
          <a:p>
            <a:pPr marL="0" indent="0">
              <a:buNone/>
            </a:pPr>
            <a:r>
              <a:rPr lang="es-CL" dirty="0"/>
              <a:t>Ejemplo:</a:t>
            </a:r>
          </a:p>
          <a:p>
            <a:r>
              <a:rPr lang="es-CL" dirty="0" err="1"/>
              <a:t>mi_propia_lista</a:t>
            </a:r>
            <a:r>
              <a:rPr lang="es-CL" dirty="0"/>
              <a:t> = [1, 2, 3,4]</a:t>
            </a:r>
          </a:p>
          <a:p>
            <a:r>
              <a:rPr lang="es-CL" dirty="0" err="1"/>
              <a:t>mi_propia_lista.</a:t>
            </a:r>
            <a:r>
              <a:rPr lang="es-CL" i="1" dirty="0" err="1"/>
              <a:t>extend</a:t>
            </a:r>
            <a:r>
              <a:rPr lang="es-CL" dirty="0"/>
              <a:t>([5, 6])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mi_propia_lista</a:t>
            </a:r>
            <a:r>
              <a:rPr lang="es-CL" dirty="0"/>
              <a:t>)</a:t>
            </a:r>
          </a:p>
          <a:p>
            <a:pPr marL="0" indent="0">
              <a:buNone/>
            </a:pPr>
            <a:r>
              <a:rPr lang="es-CL" dirty="0"/>
              <a:t># [1, 2, 3, 4, 5, 6]</a:t>
            </a:r>
            <a:br>
              <a:rPr lang="es-CL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6502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D6408-326F-12A9-8C8C-ED866B42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index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4D7CD8-7E95-B9B6-E8AF-AFC4C5B9B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Busca un elemento especifico y devolver su posición numérica dentro de una secuencia.</a:t>
            </a:r>
          </a:p>
          <a:p>
            <a:r>
              <a:rPr lang="es-CL" dirty="0"/>
              <a:t>Ejemplo:</a:t>
            </a:r>
          </a:p>
          <a:p>
            <a:endParaRPr lang="es-CL" dirty="0"/>
          </a:p>
          <a:p>
            <a:r>
              <a:rPr lang="es-CL" dirty="0"/>
              <a:t>abarrotes = ['leche', 'huevo', 'mantequilla']</a:t>
            </a:r>
          </a:p>
          <a:p>
            <a:r>
              <a:rPr lang="es-CL" dirty="0" err="1"/>
              <a:t>posicion</a:t>
            </a:r>
            <a:r>
              <a:rPr lang="es-CL" dirty="0"/>
              <a:t> = </a:t>
            </a:r>
            <a:r>
              <a:rPr lang="es-CL" dirty="0" err="1"/>
              <a:t>abarrotes.</a:t>
            </a:r>
            <a:r>
              <a:rPr lang="es-CL" i="1" dirty="0" err="1"/>
              <a:t>index</a:t>
            </a:r>
            <a:r>
              <a:rPr lang="es-CL" dirty="0"/>
              <a:t>('leche')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posicion</a:t>
            </a:r>
            <a:r>
              <a:rPr lang="es-CL" dirty="0"/>
              <a:t>)</a:t>
            </a:r>
          </a:p>
          <a:p>
            <a:r>
              <a:rPr lang="es-CL" dirty="0"/>
              <a:t># leche(0)</a:t>
            </a:r>
          </a:p>
        </p:txBody>
      </p:sp>
    </p:spTree>
    <p:extLst>
      <p:ext uri="{BB962C8B-B14F-4D97-AF65-F5344CB8AC3E}">
        <p14:creationId xmlns:p14="http://schemas.microsoft.com/office/powerpoint/2010/main" val="22038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9CC7A-6AFA-8E50-1C29-B36B914D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insert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214BE-F547-F2E7-3524-39A3DA39B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Sirve para agregar un nuevo elemento a una lista en una posición o índice especifico.</a:t>
            </a:r>
          </a:p>
          <a:p>
            <a:r>
              <a:rPr lang="es-CL" dirty="0"/>
              <a:t>Ejemplo: </a:t>
            </a:r>
          </a:p>
          <a:p>
            <a:r>
              <a:rPr lang="es-CL" dirty="0"/>
              <a:t>frutas = ['manzana', 'uva', 'naranja']</a:t>
            </a:r>
          </a:p>
          <a:p>
            <a:r>
              <a:rPr lang="es-CL" dirty="0" err="1"/>
              <a:t>frutas.</a:t>
            </a:r>
            <a:r>
              <a:rPr lang="es-CL" i="1" dirty="0" err="1"/>
              <a:t>insert</a:t>
            </a:r>
            <a:r>
              <a:rPr lang="es-CL" dirty="0"/>
              <a:t>(1, '</a:t>
            </a:r>
            <a:r>
              <a:rPr lang="es-CL" dirty="0" err="1"/>
              <a:t>platano</a:t>
            </a:r>
            <a:r>
              <a:rPr lang="es-CL" dirty="0"/>
              <a:t>')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(frutas)</a:t>
            </a:r>
          </a:p>
          <a:p>
            <a:pPr marL="0" indent="0">
              <a:buNone/>
            </a:pPr>
            <a:r>
              <a:rPr lang="es-CL" dirty="0"/>
              <a:t># ['manzana', '</a:t>
            </a:r>
            <a:r>
              <a:rPr lang="es-CL" dirty="0" err="1"/>
              <a:t>platano</a:t>
            </a:r>
            <a:r>
              <a:rPr lang="es-CL" dirty="0"/>
              <a:t>', 'uva', 'naranja'</a:t>
            </a:r>
          </a:p>
        </p:txBody>
      </p:sp>
    </p:spTree>
    <p:extLst>
      <p:ext uri="{BB962C8B-B14F-4D97-AF65-F5344CB8AC3E}">
        <p14:creationId xmlns:p14="http://schemas.microsoft.com/office/powerpoint/2010/main" val="20824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80033-9838-D5C9-CF3D-46C54C34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.pop()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BFA317-0571-1E1C-5238-526BFC1BE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L" dirty="0"/>
              <a:t>Elimina un elemento de una colección y, al mismo tiempo devolver ese elemento.</a:t>
            </a:r>
          </a:p>
          <a:p>
            <a:r>
              <a:rPr lang="es-CL" dirty="0"/>
              <a:t>Ejemplo: </a:t>
            </a:r>
          </a:p>
          <a:p>
            <a:r>
              <a:rPr lang="es-CL" dirty="0" err="1"/>
              <a:t>mi_numero</a:t>
            </a:r>
            <a:r>
              <a:rPr lang="es-CL" dirty="0"/>
              <a:t> = [10, 20, 30, 40, 50, 60]</a:t>
            </a:r>
          </a:p>
          <a:p>
            <a:r>
              <a:rPr lang="es-CL" dirty="0" err="1"/>
              <a:t>ultimo_numero</a:t>
            </a:r>
            <a:r>
              <a:rPr lang="es-CL" dirty="0"/>
              <a:t> = </a:t>
            </a:r>
            <a:r>
              <a:rPr lang="es-CL" dirty="0" err="1"/>
              <a:t>mi_numero.</a:t>
            </a:r>
            <a:r>
              <a:rPr lang="es-CL" i="1" dirty="0" err="1"/>
              <a:t>pop</a:t>
            </a:r>
            <a:r>
              <a:rPr lang="es-CL" dirty="0"/>
              <a:t>()</a:t>
            </a:r>
          </a:p>
          <a:p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ultimo_numero</a:t>
            </a:r>
            <a:r>
              <a:rPr lang="es-CL" dirty="0"/>
              <a:t>)</a:t>
            </a:r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mi_numero</a:t>
            </a:r>
            <a:r>
              <a:rPr lang="es-CL" dirty="0"/>
              <a:t>)</a:t>
            </a:r>
          </a:p>
          <a:p>
            <a:r>
              <a:rPr lang="es-CL" dirty="0"/>
              <a:t>#60</a:t>
            </a:r>
          </a:p>
          <a:p>
            <a:r>
              <a:rPr lang="es-CL" dirty="0"/>
              <a:t>[10, 20, 30, 40, 50]</a:t>
            </a:r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37276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AFF53-D801-264B-18C9-FD7B019B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remove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796CF-917F-B6A0-2B5A-3B1B31F99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Elimina la primera ocurrencia de un valor especifico dentro de una lista.</a:t>
            </a:r>
          </a:p>
          <a:p>
            <a:r>
              <a:rPr lang="es-CL" dirty="0"/>
              <a:t>Ejemplo:</a:t>
            </a:r>
          </a:p>
          <a:p>
            <a:r>
              <a:rPr lang="es-CL" dirty="0" err="1"/>
              <a:t>lista_de_animales</a:t>
            </a:r>
            <a:r>
              <a:rPr lang="es-CL" dirty="0"/>
              <a:t> = ['gato', 'perro', '</a:t>
            </a:r>
            <a:r>
              <a:rPr lang="es-CL" dirty="0" err="1"/>
              <a:t>delfin</a:t>
            </a:r>
            <a:r>
              <a:rPr lang="es-CL" dirty="0"/>
              <a:t>', 'gato']</a:t>
            </a:r>
          </a:p>
          <a:p>
            <a:r>
              <a:rPr lang="es-CL" dirty="0" err="1"/>
              <a:t>lista_de_animales.</a:t>
            </a:r>
            <a:r>
              <a:rPr lang="es-CL" i="1" dirty="0" err="1"/>
              <a:t>remove</a:t>
            </a:r>
            <a:r>
              <a:rPr lang="es-CL" dirty="0"/>
              <a:t>('gato')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lista_de_animales</a:t>
            </a:r>
            <a:r>
              <a:rPr lang="es-CL" dirty="0"/>
              <a:t>)</a:t>
            </a:r>
          </a:p>
          <a:p>
            <a:r>
              <a:rPr lang="es-CL" dirty="0"/>
              <a:t># ['perro', '</a:t>
            </a:r>
            <a:r>
              <a:rPr lang="es-CL" dirty="0" err="1"/>
              <a:t>delfin</a:t>
            </a:r>
            <a:r>
              <a:rPr lang="es-CL" dirty="0"/>
              <a:t>', 'gato']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5449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A240B-593D-BA05-7ECE-B646C279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.reverse()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8BC9A7-5CB5-13EA-331B-FBC7AD9FA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 utiliza para invertir el orden de los elementos de una lista directamente sobre el mismo.</a:t>
            </a:r>
          </a:p>
          <a:p>
            <a:r>
              <a:rPr lang="es-CL" dirty="0"/>
              <a:t>Ejemplo:</a:t>
            </a:r>
          </a:p>
          <a:p>
            <a:r>
              <a:rPr lang="es-CL" dirty="0" err="1"/>
              <a:t>lista_de_colores</a:t>
            </a:r>
            <a:r>
              <a:rPr lang="es-CL" dirty="0"/>
              <a:t> =  ['verde', 'rojo', 'amarillo', 'azul']</a:t>
            </a:r>
          </a:p>
          <a:p>
            <a:r>
              <a:rPr lang="es-CL" dirty="0" err="1"/>
              <a:t>lista_de_colores.</a:t>
            </a:r>
            <a:r>
              <a:rPr lang="es-CL" i="1" dirty="0" err="1"/>
              <a:t>reverse</a:t>
            </a:r>
            <a:r>
              <a:rPr lang="es-CL" dirty="0"/>
              <a:t>()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lista_de_colores</a:t>
            </a:r>
            <a:r>
              <a:rPr lang="es-CL" dirty="0"/>
              <a:t>)</a:t>
            </a:r>
          </a:p>
          <a:p>
            <a:pPr marL="0" indent="0">
              <a:buNone/>
            </a:pPr>
            <a:r>
              <a:rPr lang="es-CL" dirty="0"/>
              <a:t># ['azul', 'amarillo', 'rojo', 'verde']</a:t>
            </a:r>
          </a:p>
        </p:txBody>
      </p:sp>
    </p:spTree>
    <p:extLst>
      <p:ext uri="{BB962C8B-B14F-4D97-AF65-F5344CB8AC3E}">
        <p14:creationId xmlns:p14="http://schemas.microsoft.com/office/powerpoint/2010/main" val="372614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29279-1F7D-E83E-C87F-8C9743E6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sort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3C46DE-7A3D-56ED-B255-1AFBE4532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Modifica de forma permanente la lista original </a:t>
            </a:r>
          </a:p>
          <a:p>
            <a:r>
              <a:rPr lang="es-CL" dirty="0"/>
              <a:t>Ejemplo:</a:t>
            </a:r>
          </a:p>
          <a:p>
            <a:r>
              <a:rPr lang="es-CL" dirty="0" err="1"/>
              <a:t>lista_de_numeros</a:t>
            </a:r>
            <a:r>
              <a:rPr lang="es-CL" dirty="0"/>
              <a:t> = [5, 1, 9, 3, 2, 4, 8, 7]</a:t>
            </a:r>
          </a:p>
          <a:p>
            <a:r>
              <a:rPr lang="es-CL" dirty="0" err="1"/>
              <a:t>lista_de_numeros.</a:t>
            </a:r>
            <a:r>
              <a:rPr lang="es-CL" i="1" dirty="0" err="1"/>
              <a:t>sort</a:t>
            </a:r>
            <a:r>
              <a:rPr lang="es-CL" dirty="0"/>
              <a:t>()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lista_de_numeros</a:t>
            </a:r>
            <a:r>
              <a:rPr lang="es-CL" dirty="0"/>
              <a:t>)</a:t>
            </a:r>
          </a:p>
          <a:p>
            <a:r>
              <a:rPr lang="es-CL" dirty="0"/>
              <a:t># [1, 2, 3, 4, 5, 7, 8, 9]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6783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B460E-09C6-81BF-FBB1-E10507F1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diccionario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976A7D-41F3-B3E7-2C51-151B58DC4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413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390FE-B96F-0553-4C37-743C705E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clear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A6A67-D07F-2C6F-E8CD-57E6401DD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</a:t>
            </a:r>
            <a:r>
              <a:rPr lang="es-CL" dirty="0" err="1"/>
              <a:t>clear</a:t>
            </a:r>
            <a:r>
              <a:rPr lang="es-CL" dirty="0"/>
              <a:t> </a:t>
            </a:r>
            <a:r>
              <a:rPr lang="es-CL" dirty="0" err="1"/>
              <a:t>remouve</a:t>
            </a:r>
            <a:r>
              <a:rPr lang="es-CL" dirty="0"/>
              <a:t> los elementos </a:t>
            </a:r>
          </a:p>
          <a:p>
            <a:r>
              <a:rPr lang="es-CL" dirty="0"/>
              <a:t>Ejemplo: </a:t>
            </a:r>
          </a:p>
          <a:p>
            <a:r>
              <a:rPr lang="es-CL" dirty="0" err="1"/>
              <a:t>mi_diccionario</a:t>
            </a:r>
            <a:r>
              <a:rPr lang="es-CL" dirty="0"/>
              <a:t> = {'nombre': 'Hernan',</a:t>
            </a:r>
          </a:p>
          <a:p>
            <a:r>
              <a:rPr lang="es-CL" dirty="0"/>
              <a:t>                  'edad':    20,</a:t>
            </a:r>
          </a:p>
          <a:p>
            <a:r>
              <a:rPr lang="es-CL" dirty="0"/>
              <a:t>                  'ciudad': 'Puerto Varas'}</a:t>
            </a:r>
          </a:p>
          <a:p>
            <a:r>
              <a:rPr lang="es-CL" dirty="0" err="1"/>
              <a:t>mi_diccionario.</a:t>
            </a:r>
            <a:r>
              <a:rPr lang="es-CL" i="1" dirty="0" err="1"/>
              <a:t>clear</a:t>
            </a:r>
            <a:r>
              <a:rPr lang="es-CL" dirty="0"/>
              <a:t>()</a:t>
            </a:r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mi_diccionario</a:t>
            </a:r>
            <a:r>
              <a:rPr lang="es-CL" dirty="0"/>
              <a:t>)</a:t>
            </a:r>
          </a:p>
          <a:p>
            <a:r>
              <a:rPr lang="es-CL"/>
              <a:t># {}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08219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E365A-B5AF-B043-13A3-D31DA740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copy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35886D-ABEA-7E76-E23F-52CF6AC74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CL" dirty="0"/>
              <a:t>Crea una nueva lista independiente a partir de una lista existente, permitiéndote modificar la nueva lista sin alterar la original. </a:t>
            </a:r>
          </a:p>
          <a:p>
            <a:r>
              <a:rPr lang="es-CL" dirty="0"/>
              <a:t> Ejemplo:</a:t>
            </a:r>
          </a:p>
          <a:p>
            <a:r>
              <a:rPr lang="es-CL" dirty="0" err="1"/>
              <a:t>diccionario_de_datos</a:t>
            </a:r>
            <a:r>
              <a:rPr lang="es-CL" dirty="0"/>
              <a:t> = {'nombre': 'Diego',</a:t>
            </a:r>
          </a:p>
          <a:p>
            <a:r>
              <a:rPr lang="es-CL" dirty="0"/>
              <a:t>                        'edad': '28'}</a:t>
            </a:r>
          </a:p>
          <a:p>
            <a:r>
              <a:rPr lang="es-CL" dirty="0" err="1"/>
              <a:t>copia_diccionario_de_datos</a:t>
            </a:r>
            <a:r>
              <a:rPr lang="es-CL" dirty="0"/>
              <a:t> = </a:t>
            </a:r>
            <a:r>
              <a:rPr lang="es-CL" dirty="0" err="1"/>
              <a:t>diccionario_de_datos.</a:t>
            </a:r>
            <a:r>
              <a:rPr lang="es-CL" i="1" dirty="0" err="1"/>
              <a:t>copy</a:t>
            </a:r>
            <a:r>
              <a:rPr lang="es-CL" dirty="0"/>
              <a:t>()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i="1" dirty="0" err="1"/>
              <a:t>copia_diccionario_de_datos</a:t>
            </a:r>
            <a:r>
              <a:rPr lang="es-CL" dirty="0"/>
              <a:t>['</a:t>
            </a:r>
            <a:r>
              <a:rPr lang="es-CL" i="1" dirty="0"/>
              <a:t>edad</a:t>
            </a:r>
            <a:r>
              <a:rPr lang="es-CL" dirty="0"/>
              <a:t>'] = 29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i="1" dirty="0" err="1"/>
              <a:t>diccionario_de_datos</a:t>
            </a:r>
            <a:r>
              <a:rPr lang="es-CL" dirty="0"/>
              <a:t>['</a:t>
            </a:r>
            <a:r>
              <a:rPr lang="es-CL" i="1" dirty="0"/>
              <a:t>edad</a:t>
            </a:r>
            <a:r>
              <a:rPr lang="es-CL" dirty="0"/>
              <a:t>']) </a:t>
            </a:r>
            <a:r>
              <a:rPr lang="es-CL" i="1" dirty="0"/>
              <a:t># edad 28</a:t>
            </a: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i="1" dirty="0" err="1"/>
              <a:t>copia_diccionario_de_datos</a:t>
            </a:r>
            <a:r>
              <a:rPr lang="es-CL" dirty="0"/>
              <a:t>['</a:t>
            </a:r>
            <a:r>
              <a:rPr lang="es-CL" i="1" dirty="0"/>
              <a:t>edad</a:t>
            </a:r>
            <a:r>
              <a:rPr lang="es-CL" dirty="0"/>
              <a:t>']) </a:t>
            </a:r>
            <a:r>
              <a:rPr lang="es-CL" i="1" dirty="0"/>
              <a:t># edad 29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3925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6684B-EF85-50B8-BAFD-AEDE6620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fromkeys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F7C85E-0949-3A27-1B92-58828BC87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 utiliza para crear un nuevo diccionario a partir de una secuencia iterable.</a:t>
            </a:r>
          </a:p>
          <a:p>
            <a:r>
              <a:rPr lang="es-CL" dirty="0"/>
              <a:t>Ejemplo:</a:t>
            </a:r>
          </a:p>
          <a:p>
            <a:r>
              <a:rPr lang="es-CL" dirty="0" err="1"/>
              <a:t>claves_del_diccionario</a:t>
            </a:r>
            <a:r>
              <a:rPr lang="es-CL" dirty="0"/>
              <a:t> = ['nombre', '</a:t>
            </a:r>
            <a:r>
              <a:rPr lang="es-CL" dirty="0" err="1"/>
              <a:t>edad','ciudad</a:t>
            </a:r>
            <a:r>
              <a:rPr lang="es-CL" dirty="0"/>
              <a:t>']</a:t>
            </a:r>
          </a:p>
          <a:p>
            <a:r>
              <a:rPr lang="es-CL" dirty="0" err="1"/>
              <a:t>mi_propio_diccionario</a:t>
            </a:r>
            <a:r>
              <a:rPr lang="es-CL" dirty="0"/>
              <a:t> = </a:t>
            </a:r>
            <a:r>
              <a:rPr lang="es-CL" i="1" dirty="0" err="1"/>
              <a:t>dict</a:t>
            </a:r>
            <a:r>
              <a:rPr lang="es-CL" dirty="0" err="1"/>
              <a:t>.</a:t>
            </a:r>
            <a:r>
              <a:rPr lang="es-CL" i="1" dirty="0" err="1"/>
              <a:t>fromkeys</a:t>
            </a:r>
            <a:r>
              <a:rPr lang="es-CL" dirty="0"/>
              <a:t>(</a:t>
            </a:r>
            <a:r>
              <a:rPr lang="es-CL" dirty="0" err="1"/>
              <a:t>claves_del_diccionario</a:t>
            </a:r>
            <a:r>
              <a:rPr lang="es-CL" dirty="0"/>
              <a:t>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mi_propio_diccionario</a:t>
            </a:r>
            <a:r>
              <a:rPr lang="es-CL" dirty="0"/>
              <a:t>)</a:t>
            </a:r>
          </a:p>
          <a:p>
            <a:r>
              <a:rPr lang="es-CL" dirty="0"/>
              <a:t># {'nombre': None, 'edad': None, 'ciudad': None}</a:t>
            </a:r>
          </a:p>
        </p:txBody>
      </p:sp>
    </p:spTree>
    <p:extLst>
      <p:ext uri="{BB962C8B-B14F-4D97-AF65-F5344CB8AC3E}">
        <p14:creationId xmlns:p14="http://schemas.microsoft.com/office/powerpoint/2010/main" val="1276872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67D01-3B8E-59CF-571B-1227015A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get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E395AC-ED46-D523-66AD-B9A0B05E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L" dirty="0"/>
              <a:t>Permi te tener un valor asociado a una clave en un diccionario.</a:t>
            </a:r>
          </a:p>
          <a:p>
            <a:r>
              <a:rPr lang="es-CL" dirty="0" err="1"/>
              <a:t>Ejempllo</a:t>
            </a:r>
            <a:r>
              <a:rPr lang="es-CL" dirty="0"/>
              <a:t>:</a:t>
            </a:r>
          </a:p>
          <a:p>
            <a:r>
              <a:rPr lang="es-CL" dirty="0" err="1"/>
              <a:t>datos_de_reserva</a:t>
            </a:r>
            <a:r>
              <a:rPr lang="es-CL" dirty="0"/>
              <a:t> = {</a:t>
            </a:r>
          </a:p>
          <a:p>
            <a:r>
              <a:rPr lang="es-CL" dirty="0"/>
              <a:t>    "Juan": 99,</a:t>
            </a:r>
          </a:p>
          <a:p>
            <a:r>
              <a:rPr lang="es-CL" dirty="0"/>
              <a:t>    "</a:t>
            </a:r>
            <a:r>
              <a:rPr lang="es-CL" dirty="0" err="1"/>
              <a:t>Maria</a:t>
            </a:r>
            <a:r>
              <a:rPr lang="es-CL" dirty="0"/>
              <a:t>": 255</a:t>
            </a:r>
          </a:p>
          <a:p>
            <a:r>
              <a:rPr lang="es-CL" dirty="0"/>
              <a:t>}</a:t>
            </a:r>
            <a:br>
              <a:rPr lang="es-CL" dirty="0"/>
            </a:br>
            <a:endParaRPr lang="es-CL" dirty="0"/>
          </a:p>
          <a:p>
            <a:r>
              <a:rPr lang="es-CL" dirty="0" err="1"/>
              <a:t>habitacion</a:t>
            </a:r>
            <a:r>
              <a:rPr lang="es-CL" dirty="0"/>
              <a:t> = </a:t>
            </a:r>
            <a:r>
              <a:rPr lang="es-CL" dirty="0" err="1"/>
              <a:t>datos_de_reserva.</a:t>
            </a:r>
            <a:r>
              <a:rPr lang="es-CL" i="1" dirty="0" err="1"/>
              <a:t>get</a:t>
            </a:r>
            <a:r>
              <a:rPr lang="es-CL" dirty="0"/>
              <a:t>("Juan")</a:t>
            </a:r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habitacion</a:t>
            </a:r>
            <a:r>
              <a:rPr lang="es-CL" dirty="0"/>
              <a:t>)</a:t>
            </a:r>
          </a:p>
          <a:p>
            <a:r>
              <a:rPr lang="es-CL" dirty="0"/>
              <a:t># 99</a:t>
            </a:r>
          </a:p>
        </p:txBody>
      </p:sp>
    </p:spTree>
    <p:extLst>
      <p:ext uri="{BB962C8B-B14F-4D97-AF65-F5344CB8AC3E}">
        <p14:creationId xmlns:p14="http://schemas.microsoft.com/office/powerpoint/2010/main" val="51512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6C4D9-AFA4-5475-97AE-E12D62A7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items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9AA5A5-0D54-99DC-739D-68799AAC2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CL" dirty="0"/>
              <a:t>Devuelve una vista que contiene los pares clave-valor de un diccionario.</a:t>
            </a:r>
          </a:p>
          <a:p>
            <a:r>
              <a:rPr lang="es-CL" dirty="0"/>
              <a:t>Ejemplo: </a:t>
            </a:r>
          </a:p>
          <a:p>
            <a:r>
              <a:rPr lang="es-CL" dirty="0" err="1"/>
              <a:t>datos_de_la_persona</a:t>
            </a:r>
            <a:r>
              <a:rPr lang="es-CL" dirty="0"/>
              <a:t> = {"nombre": "</a:t>
            </a:r>
            <a:r>
              <a:rPr lang="es-CL" dirty="0" err="1"/>
              <a:t>Jose</a:t>
            </a:r>
            <a:r>
              <a:rPr lang="es-CL" dirty="0"/>
              <a:t>", "edad": 18, "ciudad": "Puerto Varas"}</a:t>
            </a:r>
            <a:br>
              <a:rPr lang="es-CL" dirty="0"/>
            </a:br>
            <a:endParaRPr lang="es-CL" dirty="0"/>
          </a:p>
          <a:p>
            <a:r>
              <a:rPr lang="es-CL" dirty="0" err="1"/>
              <a:t>for</a:t>
            </a:r>
            <a:r>
              <a:rPr lang="es-CL" dirty="0"/>
              <a:t> clave, valor in </a:t>
            </a:r>
            <a:r>
              <a:rPr lang="es-CL" dirty="0" err="1"/>
              <a:t>datos_de_la_persona.</a:t>
            </a:r>
            <a:r>
              <a:rPr lang="es-CL" i="1" dirty="0" err="1"/>
              <a:t>items</a:t>
            </a:r>
            <a:r>
              <a:rPr lang="es-CL" dirty="0"/>
              <a:t>():</a:t>
            </a:r>
          </a:p>
          <a:p>
            <a:r>
              <a:rPr lang="es-CL" dirty="0"/>
              <a:t>    </a:t>
            </a:r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i="1" dirty="0"/>
              <a:t>f</a:t>
            </a:r>
            <a:r>
              <a:rPr lang="es-CL" dirty="0"/>
              <a:t>"{clave}: {valor}")</a:t>
            </a:r>
          </a:p>
          <a:p>
            <a:r>
              <a:rPr lang="es-ES" dirty="0"/>
              <a:t>#    salida:</a:t>
            </a:r>
          </a:p>
          <a:p>
            <a:r>
              <a:rPr lang="es-ES" dirty="0"/>
              <a:t># nombre: </a:t>
            </a:r>
            <a:r>
              <a:rPr lang="es-ES" dirty="0" err="1"/>
              <a:t>Jose</a:t>
            </a:r>
            <a:endParaRPr lang="es-ES" dirty="0"/>
          </a:p>
          <a:p>
            <a:r>
              <a:rPr lang="es-ES" dirty="0"/>
              <a:t># edad: 18</a:t>
            </a:r>
          </a:p>
          <a:p>
            <a:r>
              <a:rPr lang="es-ES" dirty="0"/>
              <a:t># ciudad: Puerto Varas</a:t>
            </a:r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06789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8169F-AD6A-64AA-7ED2-A4F2184A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keys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F80DEC-6F67-C607-B696-2B3A6B764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Devuelve un objeto </a:t>
            </a:r>
            <a:r>
              <a:rPr lang="es-CL" dirty="0" err="1"/>
              <a:t>iterario</a:t>
            </a:r>
            <a:r>
              <a:rPr lang="es-CL" dirty="0"/>
              <a:t> de tipo </a:t>
            </a:r>
            <a:r>
              <a:rPr lang="es-CL" dirty="0" err="1"/>
              <a:t>dict_keys</a:t>
            </a:r>
            <a:r>
              <a:rPr lang="es-CL" dirty="0"/>
              <a:t> que contiene todas las claves.</a:t>
            </a:r>
          </a:p>
          <a:p>
            <a:r>
              <a:rPr lang="es-CL" dirty="0"/>
              <a:t>Ejemplo:</a:t>
            </a:r>
          </a:p>
          <a:p>
            <a:r>
              <a:rPr lang="es-CL" dirty="0"/>
              <a:t>usuario = {"nombre": "Ana", "edad": 28, "ciudad": "Puerto Varas"}</a:t>
            </a:r>
            <a:br>
              <a:rPr lang="es-CL" dirty="0"/>
            </a:br>
            <a:endParaRPr lang="es-CL" dirty="0"/>
          </a:p>
          <a:p>
            <a:r>
              <a:rPr lang="es-CL" dirty="0"/>
              <a:t>claves = </a:t>
            </a:r>
            <a:r>
              <a:rPr lang="es-CL" dirty="0" err="1"/>
              <a:t>usuario.</a:t>
            </a:r>
            <a:r>
              <a:rPr lang="es-CL" i="1" dirty="0" err="1"/>
              <a:t>keys</a:t>
            </a:r>
            <a:r>
              <a:rPr lang="es-CL" dirty="0"/>
              <a:t>()</a:t>
            </a:r>
          </a:p>
          <a:p>
            <a:r>
              <a:rPr lang="es-CL" i="1" dirty="0" err="1"/>
              <a:t>print</a:t>
            </a:r>
            <a:r>
              <a:rPr lang="es-CL" dirty="0"/>
              <a:t>(claves) </a:t>
            </a:r>
          </a:p>
          <a:p>
            <a:r>
              <a:rPr lang="es-CL" dirty="0"/>
              <a:t># salida: </a:t>
            </a:r>
            <a:r>
              <a:rPr lang="es-ES" dirty="0" err="1"/>
              <a:t>dict_keys</a:t>
            </a:r>
            <a:r>
              <a:rPr lang="es-ES" dirty="0"/>
              <a:t>(['nombre', 'edad', 'ciudad'])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85743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3D61B-F115-8DDD-D310-99DA82E7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.pop()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D18114-0F78-2F36-645C-804255A0D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Elimina el elemento con la clave especificada.</a:t>
            </a:r>
            <a:endParaRPr lang="es-CL" dirty="0"/>
          </a:p>
          <a:p>
            <a:r>
              <a:rPr lang="es-CL" dirty="0"/>
              <a:t>Ejemplo:</a:t>
            </a:r>
          </a:p>
          <a:p>
            <a:r>
              <a:rPr lang="es-CL" dirty="0" err="1"/>
              <a:t>inventario_almacenamiento</a:t>
            </a:r>
            <a:r>
              <a:rPr lang="es-CL" dirty="0"/>
              <a:t> = {'peras':   20,</a:t>
            </a:r>
          </a:p>
          <a:p>
            <a:r>
              <a:rPr lang="es-CL" dirty="0"/>
              <a:t>                             'uvas':    3,</a:t>
            </a:r>
          </a:p>
          <a:p>
            <a:r>
              <a:rPr lang="es-CL" dirty="0"/>
              <a:t>                             'naranja': 4}</a:t>
            </a:r>
          </a:p>
          <a:p>
            <a:r>
              <a:rPr lang="es-CL" dirty="0" err="1"/>
              <a:t>cantidad_uvas</a:t>
            </a:r>
            <a:r>
              <a:rPr lang="es-CL" dirty="0"/>
              <a:t> = </a:t>
            </a:r>
            <a:r>
              <a:rPr lang="es-CL" dirty="0" err="1"/>
              <a:t>inventario_almacenamiento.</a:t>
            </a:r>
            <a:r>
              <a:rPr lang="es-CL" i="1" dirty="0" err="1"/>
              <a:t>pop</a:t>
            </a:r>
            <a:r>
              <a:rPr lang="es-CL" dirty="0"/>
              <a:t>('uvas')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cantidad_uvas</a:t>
            </a:r>
            <a:r>
              <a:rPr lang="es-CL" dirty="0"/>
              <a:t>)</a:t>
            </a:r>
          </a:p>
          <a:p>
            <a:r>
              <a:rPr lang="es-CL" i="1" dirty="0" err="1"/>
              <a:t>print</a:t>
            </a:r>
            <a:r>
              <a:rPr lang="es-CL" dirty="0"/>
              <a:t>(</a:t>
            </a:r>
            <a:r>
              <a:rPr lang="es-CL" dirty="0" err="1"/>
              <a:t>inventario_almacenamiento</a:t>
            </a:r>
            <a:r>
              <a:rPr lang="es-CL" dirty="0"/>
              <a:t>)</a:t>
            </a:r>
          </a:p>
          <a:p>
            <a:r>
              <a:rPr lang="es-CL" dirty="0"/>
              <a:t># 3	</a:t>
            </a:r>
          </a:p>
          <a:p>
            <a:r>
              <a:rPr lang="es-CL"/>
              <a:t># {'peras': 20, 'naranja': 4}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37051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E3565-BB7A-0337-27DA-35098688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popitem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23DCFC-9DF6-607D-B39A-1868B9ED0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L" dirty="0"/>
              <a:t>elimina y devuelve el </a:t>
            </a:r>
            <a:r>
              <a:rPr lang="es-CL" b="1" dirty="0"/>
              <a:t>último par clave-valor</a:t>
            </a:r>
            <a:r>
              <a:rPr lang="es-CL" dirty="0"/>
              <a:t> de un diccionario.</a:t>
            </a:r>
          </a:p>
          <a:p>
            <a:r>
              <a:rPr lang="es-CL" dirty="0"/>
              <a:t>Ejemplo:</a:t>
            </a:r>
          </a:p>
          <a:p>
            <a:r>
              <a:rPr lang="es-CL" dirty="0"/>
              <a:t>frutas = {</a:t>
            </a:r>
          </a:p>
          <a:p>
            <a:r>
              <a:rPr lang="es-CL" dirty="0"/>
              <a:t>    "manzana": 10,</a:t>
            </a:r>
          </a:p>
          <a:p>
            <a:r>
              <a:rPr lang="es-CL" dirty="0"/>
              <a:t>    "pera": 5,</a:t>
            </a:r>
          </a:p>
          <a:p>
            <a:r>
              <a:rPr lang="es-CL" dirty="0"/>
              <a:t>    "uva": 8</a:t>
            </a:r>
          </a:p>
          <a:p>
            <a:r>
              <a:rPr lang="es-CL" dirty="0"/>
              <a:t>}</a:t>
            </a:r>
          </a:p>
          <a:p>
            <a:r>
              <a:rPr lang="es-CL" dirty="0"/>
              <a:t>elemento = </a:t>
            </a:r>
            <a:r>
              <a:rPr lang="es-CL" dirty="0" err="1"/>
              <a:t>frutas.</a:t>
            </a:r>
            <a:r>
              <a:rPr lang="es-CL" i="1" dirty="0" err="1"/>
              <a:t>popitem</a:t>
            </a:r>
            <a:r>
              <a:rPr lang="es-CL" dirty="0"/>
              <a:t>()</a:t>
            </a:r>
          </a:p>
          <a:p>
            <a:r>
              <a:rPr lang="es-CL" i="1" dirty="0" err="1"/>
              <a:t>print</a:t>
            </a:r>
            <a:r>
              <a:rPr lang="es-CL" dirty="0"/>
              <a:t>("Elemento eliminado:", elemento)</a:t>
            </a:r>
          </a:p>
          <a:p>
            <a:r>
              <a:rPr lang="es-CL" i="1" dirty="0" err="1"/>
              <a:t>print</a:t>
            </a:r>
            <a:r>
              <a:rPr lang="es-CL" dirty="0"/>
              <a:t>("Diccionario restante:", frutas)</a:t>
            </a:r>
          </a:p>
          <a:p>
            <a:r>
              <a:rPr lang="es-CL" dirty="0"/>
              <a:t># Elemento eliminado: ('uva', 8)</a:t>
            </a:r>
          </a:p>
          <a:p>
            <a:r>
              <a:rPr lang="es-CL" dirty="0"/>
              <a:t># Diccionario restante: {'manzana': 10, 'pera': 5}</a:t>
            </a:r>
          </a:p>
        </p:txBody>
      </p:sp>
    </p:spTree>
    <p:extLst>
      <p:ext uri="{BB962C8B-B14F-4D97-AF65-F5344CB8AC3E}">
        <p14:creationId xmlns:p14="http://schemas.microsoft.com/office/powerpoint/2010/main" val="2081098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B4FB9-A8F9-A12D-E9CB-56670B4B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setdefault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2B9733-0AE9-2DCB-77D2-55122B02F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CL" dirty="0"/>
              <a:t>busca una clave en un diccionario. Si existe, devuelve su valor. Si </a:t>
            </a:r>
            <a:r>
              <a:rPr lang="es-CL" b="1" dirty="0"/>
              <a:t>no existe</a:t>
            </a:r>
            <a:r>
              <a:rPr lang="es-CL" dirty="0"/>
              <a:t>, la inserta en el diccionario con un valor predeterminado.</a:t>
            </a:r>
          </a:p>
          <a:p>
            <a:r>
              <a:rPr lang="es-CL" dirty="0"/>
              <a:t>Ejemplo:</a:t>
            </a:r>
          </a:p>
          <a:p>
            <a:r>
              <a:rPr lang="es-CL" dirty="0"/>
              <a:t>persona = {</a:t>
            </a:r>
          </a:p>
          <a:p>
            <a:r>
              <a:rPr lang="es-CL" dirty="0"/>
              <a:t>    "nombre": "Marcelo",</a:t>
            </a:r>
          </a:p>
          <a:p>
            <a:r>
              <a:rPr lang="es-CL" dirty="0"/>
              <a:t>    "edad": 25</a:t>
            </a:r>
          </a:p>
          <a:p>
            <a:r>
              <a:rPr lang="es-CL" dirty="0"/>
              <a:t>}</a:t>
            </a:r>
          </a:p>
          <a:p>
            <a:r>
              <a:rPr lang="es-CL" dirty="0"/>
              <a:t>resultado = </a:t>
            </a:r>
            <a:r>
              <a:rPr lang="es-CL" dirty="0" err="1"/>
              <a:t>persona.</a:t>
            </a:r>
            <a:r>
              <a:rPr lang="es-CL" i="1" dirty="0" err="1"/>
              <a:t>setdefault</a:t>
            </a:r>
            <a:r>
              <a:rPr lang="es-CL" dirty="0"/>
              <a:t>("edad", 31)</a:t>
            </a:r>
          </a:p>
          <a:p>
            <a:r>
              <a:rPr lang="es-CL" i="1" dirty="0" err="1"/>
              <a:t>print</a:t>
            </a:r>
            <a:r>
              <a:rPr lang="es-CL" dirty="0"/>
              <a:t>(resultado)</a:t>
            </a:r>
          </a:p>
          <a:p>
            <a:r>
              <a:rPr lang="es-CL" i="1" dirty="0" err="1"/>
              <a:t>print</a:t>
            </a:r>
            <a:r>
              <a:rPr lang="es-CL" dirty="0"/>
              <a:t>(persona)</a:t>
            </a:r>
          </a:p>
          <a:p>
            <a:endParaRPr lang="es-CL" dirty="0"/>
          </a:p>
          <a:p>
            <a:r>
              <a:rPr lang="es-CL" dirty="0"/>
              <a:t># 25</a:t>
            </a:r>
          </a:p>
          <a:p>
            <a:r>
              <a:rPr lang="es-CL" dirty="0"/>
              <a:t># {'nombre': 'Juan', 'edad': 25}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68009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94A00-B612-EC0B-B0CF-3F85EA06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update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E394E1-9043-83E4-219D-28BEF037B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CL" dirty="0"/>
              <a:t>sirve para insertar nuevos elementos o modificar los existentes a partir de otro diccionario, un iterable de pares clave-valor o argumentos de palabra clave. Si la clave ya existe, su valor se sobrescribe; si no, se añade</a:t>
            </a:r>
          </a:p>
          <a:p>
            <a:r>
              <a:rPr lang="es-CL" dirty="0"/>
              <a:t>Ejemplo:</a:t>
            </a:r>
          </a:p>
          <a:p>
            <a:br>
              <a:rPr lang="es-CL" dirty="0"/>
            </a:br>
            <a:r>
              <a:rPr lang="es-CL" dirty="0"/>
              <a:t>persona = {</a:t>
            </a:r>
          </a:p>
          <a:p>
            <a:r>
              <a:rPr lang="es-CL" dirty="0"/>
              <a:t>    "nombre": "Alan",</a:t>
            </a:r>
          </a:p>
          <a:p>
            <a:r>
              <a:rPr lang="es-CL" dirty="0"/>
              <a:t>    "edad": 35</a:t>
            </a:r>
          </a:p>
          <a:p>
            <a:r>
              <a:rPr lang="es-CL" dirty="0"/>
              <a:t>}</a:t>
            </a:r>
          </a:p>
          <a:p>
            <a:r>
              <a:rPr lang="es-CL" dirty="0" err="1"/>
              <a:t>persona.</a:t>
            </a:r>
            <a:r>
              <a:rPr lang="es-CL" i="1" dirty="0" err="1"/>
              <a:t>update</a:t>
            </a:r>
            <a:r>
              <a:rPr lang="es-CL" dirty="0"/>
              <a:t>({</a:t>
            </a:r>
          </a:p>
          <a:p>
            <a:r>
              <a:rPr lang="es-CL" dirty="0"/>
              <a:t>    "ciudad": "Valdivia",</a:t>
            </a:r>
          </a:p>
          <a:p>
            <a:r>
              <a:rPr lang="es-CL" dirty="0"/>
              <a:t>    "</a:t>
            </a:r>
            <a:r>
              <a:rPr lang="es-CL" dirty="0" err="1"/>
              <a:t>pais</a:t>
            </a:r>
            <a:r>
              <a:rPr lang="es-CL" dirty="0"/>
              <a:t>": "Chile"</a:t>
            </a:r>
          </a:p>
          <a:p>
            <a:r>
              <a:rPr lang="es-CL" dirty="0"/>
              <a:t>})</a:t>
            </a:r>
            <a:br>
              <a:rPr lang="es-CL" dirty="0"/>
            </a:br>
            <a:endParaRPr lang="es-CL" dirty="0"/>
          </a:p>
          <a:p>
            <a:r>
              <a:rPr lang="es-CL" i="1" dirty="0" err="1"/>
              <a:t>print</a:t>
            </a:r>
            <a:r>
              <a:rPr lang="es-CL" dirty="0"/>
              <a:t>(persona)</a:t>
            </a:r>
          </a:p>
          <a:p>
            <a:r>
              <a:rPr lang="es-CL" dirty="0"/>
              <a:t>#{'nombre': 'Alan', 'edad': 35, 'ciudad': 'Valdivia', '</a:t>
            </a:r>
            <a:r>
              <a:rPr lang="es-CL" dirty="0" err="1"/>
              <a:t>pais</a:t>
            </a:r>
            <a:r>
              <a:rPr lang="es-CL" dirty="0"/>
              <a:t>': 'Chile'}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57135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42D99-41D5-89E7-1199-D38B3A58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hlinkClick r:id="rId3"/>
              </a:rPr>
              <a:t>.</a:t>
            </a:r>
            <a:r>
              <a:rPr lang="es-CL" dirty="0" err="1">
                <a:hlinkClick r:id="rId3"/>
              </a:rPr>
              <a:t>values</a:t>
            </a:r>
            <a:r>
              <a:rPr lang="es-CL" dirty="0">
                <a:hlinkClick r:id="rId3"/>
              </a:rPr>
              <a:t>()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BC1224-1766-A330-440A-CBD91414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L" dirty="0"/>
              <a:t>Devuelve una </a:t>
            </a:r>
            <a:r>
              <a:rPr lang="es-CL" b="1" dirty="0"/>
              <a:t>vista dinámica</a:t>
            </a:r>
            <a:r>
              <a:rPr lang="es-CL" dirty="0"/>
              <a:t> con todos los valores almacenados en el diccionario. No incluye las claves, lo que permite acceder, iterar o comprobar los datos de forma rápido:</a:t>
            </a:r>
          </a:p>
          <a:p>
            <a:r>
              <a:rPr lang="es-CL" dirty="0"/>
              <a:t>Ejemplo:</a:t>
            </a:r>
          </a:p>
          <a:p>
            <a:r>
              <a:rPr lang="es-CL" dirty="0"/>
              <a:t>persona = {</a:t>
            </a:r>
          </a:p>
          <a:p>
            <a:r>
              <a:rPr lang="es-CL" dirty="0"/>
              <a:t>    "nombre": "</a:t>
            </a:r>
            <a:r>
              <a:rPr lang="es-CL" dirty="0" err="1"/>
              <a:t>sandi</a:t>
            </a:r>
            <a:r>
              <a:rPr lang="es-CL" dirty="0"/>
              <a:t>",</a:t>
            </a:r>
          </a:p>
          <a:p>
            <a:r>
              <a:rPr lang="es-CL" dirty="0"/>
              <a:t>    "edad": 18,</a:t>
            </a:r>
          </a:p>
          <a:p>
            <a:r>
              <a:rPr lang="es-CL" dirty="0"/>
              <a:t>    "ciudad": "Santiago"</a:t>
            </a:r>
          </a:p>
          <a:p>
            <a:r>
              <a:rPr lang="es-CL" dirty="0"/>
              <a:t>}</a:t>
            </a:r>
          </a:p>
          <a:p>
            <a:r>
              <a:rPr lang="es-CL" dirty="0"/>
              <a:t>valores = </a:t>
            </a:r>
            <a:r>
              <a:rPr lang="es-CL" dirty="0" err="1"/>
              <a:t>persona.</a:t>
            </a:r>
            <a:r>
              <a:rPr lang="es-CL" i="1" dirty="0" err="1"/>
              <a:t>values</a:t>
            </a:r>
            <a:r>
              <a:rPr lang="es-CL" dirty="0"/>
              <a:t>()</a:t>
            </a:r>
          </a:p>
          <a:p>
            <a:r>
              <a:rPr lang="es-CL" i="1" dirty="0" err="1"/>
              <a:t>print</a:t>
            </a:r>
            <a:r>
              <a:rPr lang="es-CL" dirty="0"/>
              <a:t>(valores)</a:t>
            </a:r>
          </a:p>
          <a:p>
            <a:r>
              <a:rPr lang="es-CL" dirty="0"/>
              <a:t># </a:t>
            </a:r>
            <a:r>
              <a:rPr lang="es-CL" dirty="0" err="1"/>
              <a:t>dict_values</a:t>
            </a:r>
            <a:r>
              <a:rPr lang="es-CL" dirty="0"/>
              <a:t>(['</a:t>
            </a:r>
            <a:r>
              <a:rPr lang="es-CL" dirty="0" err="1"/>
              <a:t>sandi</a:t>
            </a:r>
            <a:r>
              <a:rPr lang="es-CL" dirty="0"/>
              <a:t>', 18, 'Santiago'])</a:t>
            </a:r>
          </a:p>
        </p:txBody>
      </p:sp>
    </p:spTree>
    <p:extLst>
      <p:ext uri="{BB962C8B-B14F-4D97-AF65-F5344CB8AC3E}">
        <p14:creationId xmlns:p14="http://schemas.microsoft.com/office/powerpoint/2010/main" val="8431189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1493</Words>
  <Application>Microsoft Office PowerPoint</Application>
  <PresentationFormat>Panorámica</PresentationFormat>
  <Paragraphs>208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de Office</vt:lpstr>
      <vt:lpstr>Tarea Profe Carlos</vt:lpstr>
      <vt:lpstr>lista</vt:lpstr>
      <vt:lpstr>.clear()</vt:lpstr>
      <vt:lpstr>.append()</vt:lpstr>
      <vt:lpstr>.copy()</vt:lpstr>
      <vt:lpstr>.count()</vt:lpstr>
      <vt:lpstr>.extend()</vt:lpstr>
      <vt:lpstr>.index()</vt:lpstr>
      <vt:lpstr>.insert()</vt:lpstr>
      <vt:lpstr>.pop()</vt:lpstr>
      <vt:lpstr>.remove()</vt:lpstr>
      <vt:lpstr>.reverse()</vt:lpstr>
      <vt:lpstr>.sort()</vt:lpstr>
      <vt:lpstr>diccionario</vt:lpstr>
      <vt:lpstr>.clear()</vt:lpstr>
      <vt:lpstr>.copy()</vt:lpstr>
      <vt:lpstr>.fromkeys()</vt:lpstr>
      <vt:lpstr>.get()</vt:lpstr>
      <vt:lpstr>.items()</vt:lpstr>
      <vt:lpstr>.keys()</vt:lpstr>
      <vt:lpstr>.pop()</vt:lpstr>
      <vt:lpstr>.popitem()</vt:lpstr>
      <vt:lpstr>.setdefault()</vt:lpstr>
      <vt:lpstr>.update()</vt:lpstr>
      <vt:lpstr>.values()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 HERNAN CARCAMO VERA</dc:creator>
  <cp:lastModifiedBy>MAURICIO HERNAN CARCAMO VERA</cp:lastModifiedBy>
  <cp:revision>6</cp:revision>
  <dcterms:created xsi:type="dcterms:W3CDTF">2026-05-25T14:25:25Z</dcterms:created>
  <dcterms:modified xsi:type="dcterms:W3CDTF">2026-06-15T00:05:35Z</dcterms:modified>
</cp:coreProperties>
</file>