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6" r:id="rId8"/>
    <p:sldId id="267" r:id="rId9"/>
    <p:sldId id="268" r:id="rId10"/>
    <p:sldId id="270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990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8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020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77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967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792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963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70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444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458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ED4A3C0-093D-4DF0-A906-D07E9A7ADD4C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EA1DDF4-107E-46F6-9346-DE4D642CE3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907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C03EE-96DA-635B-C259-EFEBB26D5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Métodos en listas y diccionarios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EC1230-4889-ADB6-760C-15E883F49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0947" y="6400800"/>
            <a:ext cx="4761052" cy="457199"/>
          </a:xfrm>
        </p:spPr>
        <p:txBody>
          <a:bodyPr>
            <a:normAutofit/>
          </a:bodyPr>
          <a:lstStyle/>
          <a:p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Hecho por Tab/Gu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stavo A.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2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C6ABE-F26E-28B3-77A0-6310B675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¿Que son los “métodos”?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C1E2D-9900-CAD3-E4D1-9D5D5A99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Son las formas en las que se pueden manipular las listas y diccionarios para modificarlas, reciben este nombre ya que son funciones que están asociadas a un objeto, en este caso, los diccionarios y listas, se les llama utilizando la siguiente estructura: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s-E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Objeto.metodo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Siendo así primero dictando el nombre de la lista/diccionario, posteriormente colocando un punto y escribiendo el método que deseamos utilizar, es sumamente importante colocar paréntesis al final del método porque de esta forma le damos a entender a Python que queremos llamar al método y si lo queremos, podemos darle datos como un tipo de dato primitivo.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6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41A20-1083-40C2-A8C2-A8845343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Métodos</a:t>
            </a:r>
            <a:r>
              <a:rPr lang="es-E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disponibles en</a:t>
            </a:r>
            <a:br>
              <a:rPr lang="es-ES" sz="4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listas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25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tiene la capacidad de agregar cualquier tipo de dato primitivo(Cadenas de texto, valores enteros y decimales, Booleanos e incluso representar la ausencia de un valor con ‘None’) al final de la lista especificada.</a:t>
            </a:r>
          </a:p>
          <a:p>
            <a:pPr marL="0" indent="0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Lista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de_compras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[‘Sal’, ‘Harina’, ‘Queso’, ‘Pasta espirales’]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ta_de_compra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(‘Pan’)</a:t>
            </a:r>
          </a:p>
          <a:p>
            <a:pPr marL="0" indent="0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(Li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ta_de_compra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 que hará e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te código 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será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modificar la lista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agregando un nuevo dato al final de la lista, dando como resultado lo siguiente: [‘Sal’, ‘Harina’, ‘Queso’, ‘Pasta espirales’, ‘Pan’]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7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es el encargado de eliminar todos los datos que contenga una lista, siendo así su nombre “Limpiar”.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Cosas_por_hacer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[‘Dormir’, ‘Darle de comer al gato’, ‘Recordar que el kilo de pan está más caro que antes’]</a:t>
            </a:r>
          </a:p>
          <a:p>
            <a:pPr marL="0" indent="0" algn="just"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Cosas_por_hacer.clear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Cosas_por_hacer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 este modo, el resultado que obtendremos será el de una lista vacía. Es importante aclarar que este método no esta diseñado para recibir algún argumento, si llega a recibir uno, mostrará un error del tipo “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Typerror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34536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realiza un clon exacto de una lista ya existente, de tal forma en la que podremos modificar datos sin afectar a la lista original.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Frutas_a_comprar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[‘Manzana’, ‘Naranja’, ‘Pera’, ‘Granada’]</a:t>
            </a:r>
          </a:p>
          <a:p>
            <a:pPr marL="0" indent="0" algn="just"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Copia_de_frutas_a_comprar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Frutas_a_comprar.copy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Copia_de_fruta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s_a_comprar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31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cuenta la cantidad de veces en las que el argumento entregado se repite en la lista especificada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Voto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 = ['A', 'B', 'A', 'A', 'A', 'A', 'B', 'B', 'A', 'B', 'A', 'A']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CantidadA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Voto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s.count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('A')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CantidadA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 e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forma, podremos hacer de una forma mucho más eficiente una clasificación o una cuenta sobre cuantas veces se repite algo en una lista. Obteniendo que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CantidadA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8 de una cantidad de 12 elementos.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19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cumple el propósito de fusionar listas o, dicho de otro modo, agregar el contenido de la Lista A hacia la Lista B.</a:t>
            </a:r>
          </a:p>
          <a:p>
            <a:pPr marL="0" indent="0" algn="just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Mochila = [‘Cargador’, ‘Cuaderno’, ‘Lápiz’, ‘Botella de agua’, ‘Colación’]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Bolsillo = [‘Billetera’, ‘Teléfono’, ‘Chicles’, ‘Papeles’]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Mochila.extend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(Bolsillo)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(Mochila)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 esta forma, todas las cosas que tendríamos en nuestro “Bolsillo” las trasladaríamos a nuestra “Mochila”.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82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88A-655F-ACF3-981B-DCA901B1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5EAE8-91C7-8C87-7A9B-0F877164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cumple el propósito de indicar la posición del elemento que se esta mencionando.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Mascotas = [‘Loro’, ‘Perro’, ‘Gato’, ‘Hámster’, ‘Huron’]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Ubicación_hamster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Mascotas.index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(“Hámster”)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Ubicación_hámster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 dato importante sería recordar que en este tipo de objetos, los elementos son enumerados desde el 0 hacia adelante, por lo cual, aunque nosotros observando la lista empecemos contando desde el 1, en Python no es así.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533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5733-0519-AD9B-9DBE-BB407DBE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1D011-0287-036A-799C-35DBA8B4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74098-02EF-29C9-AC75-76948DEC3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cumple la necesidad de añadir un elemento a una lista en el lugar que se le indique, a diferencia de .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que añade el elemento al final de la lista.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Integrantes_grupo = [‘Administrador1’, ‘Persona1’, ‘Persona2’, ‘Persona3’]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Integrantes_grupo.insert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(‘Administrador2’, 1)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(Integrantes_grupo)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 este modo, estaríamos agregando al nuevo administrador en un apartado especifico de la lista, siempre respetando que en las listas la posición de los elementos empieza con 0 y no con 1.</a:t>
            </a:r>
          </a:p>
        </p:txBody>
      </p:sp>
    </p:spTree>
    <p:extLst>
      <p:ext uri="{BB962C8B-B14F-4D97-AF65-F5344CB8AC3E}">
        <p14:creationId xmlns:p14="http://schemas.microsoft.com/office/powerpoint/2010/main" val="109251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6E1E-721B-7151-B259-6690895A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938A3-9D1B-17E2-5C97-3316C767C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.pop()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7F73E-27D2-E96C-5DA8-7E7953B6C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cumple la función por defecto de eliminar el ultimo elemento de una lista, pero también se le puede especificar la ubicación del elemento que se desea eliminar.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Cosas_encima_de_escritorio</a:t>
            </a:r>
            <a:r>
              <a:rPr lang="es-CL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8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6634-7223-5B9B-E9ED-29994E18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F1496-FFA8-E2D3-E2A6-359B7A62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7DC73B-3EAC-00F2-FC30-F7C329511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Este método cumple el propósito de indicar la posición del elemento que se esta mencionando.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Ejemplo en código:</a:t>
            </a:r>
          </a:p>
          <a:p>
            <a:pPr marL="0" indent="0" algn="just">
              <a:buNone/>
            </a:pP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Mascotas = [‘Loro’, ‘Perro’, ‘Gato’, ‘Hámster’, ‘Huron’]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Ubicación_hamster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Mascotas.index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(“Hámster”)</a:t>
            </a:r>
          </a:p>
          <a:p>
            <a:pPr marL="0" indent="0" algn="just">
              <a:buNone/>
            </a:pP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Ubicación_hámster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buNone/>
            </a:pP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29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</TotalTime>
  <Words>988</Words>
  <Application>Microsoft Office PowerPoint</Application>
  <PresentationFormat>Panorámica</PresentationFormat>
  <Paragraphs>88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Métodos en listas y diccionarios</vt:lpstr>
      <vt:lpstr>¿Que son los “métodos”?</vt:lpstr>
      <vt:lpstr>Métodos disponibles en listas</vt:lpstr>
      <vt:lpstr>.append()</vt:lpstr>
      <vt:lpstr>.clear()</vt:lpstr>
      <vt:lpstr>.copy()</vt:lpstr>
      <vt:lpstr>.count()</vt:lpstr>
      <vt:lpstr>.extend()</vt:lpstr>
      <vt:lpstr>.index()</vt:lpstr>
      <vt:lpstr>.insert()</vt:lpstr>
      <vt:lpstr>.pop()</vt:lpstr>
      <vt:lpstr>.index()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Araneda</dc:creator>
  <cp:lastModifiedBy>Gustavo Araneda</cp:lastModifiedBy>
  <cp:revision>7</cp:revision>
  <dcterms:created xsi:type="dcterms:W3CDTF">2026-05-27T00:22:52Z</dcterms:created>
  <dcterms:modified xsi:type="dcterms:W3CDTF">2026-06-15T01:32:26Z</dcterms:modified>
</cp:coreProperties>
</file>